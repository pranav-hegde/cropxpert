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CROP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Pranav Ramachandra Hegde</a:t>
            </a:r>
          </a:p>
          <a:p>
            <a:pPr>
              <a:defRPr sz="1800"/>
            </a:pPr>
            <a:r>
              <a:t>1DS24MCA001</a:t>
            </a:r>
          </a:p>
          <a:p>
            <a:pPr>
              <a:defRPr sz="1800"/>
            </a:pPr>
            <a:r>
              <a:t>Department of MCA</a:t>
            </a:r>
          </a:p>
          <a:p>
            <a:pPr>
              <a:defRPr sz="1800"/>
            </a:pPr>
            <a:r>
              <a:t>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Dr. V. Srinivasan</a:t>
            </a:r>
          </a:p>
          <a:p>
            <a:pPr algn="r">
              <a:defRPr sz="1800"/>
            </a:pPr>
            <a:r>
              <a:t>Associate Professor</a:t>
            </a:r>
          </a:p>
          <a:p>
            <a:pPr algn="r">
              <a:defRPr sz="1800"/>
            </a:pPr>
            <a:r>
              <a:t>Dept of MCA</a:t>
            </a:r>
          </a:p>
          <a:p>
            <a:pPr algn="r">
              <a:defRPr sz="1800"/>
            </a:pPr>
            <a:r>
              <a:t>DSCE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7224"/>
            <a:ext cx="8229600" cy="6296025"/>
          </a:xfrm>
        </p:spPr>
        <p:txBody>
          <a:bodyPr wrap="square">
            <a:noAutofit/>
          </a:bodyPr>
          <a:lstStyle/>
          <a:p>
            <a:endParaRPr sz="1400"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Agriculture remains the most significant sector of the global economy, particularly in developing nations.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It serves as the primary livelihood for ~58% of the Indian population and constitutes the backbone of the economy.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The sector is currently vulnerable to fluctuating climatic conditions, declining soil productivity, and erratic monsoons.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Traditional practices often fail to optimize crop selection, leading to 'What to plant?' becoming a risky gamble.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This project presents a 'Crop Recommendation System' that integrates Machine Learning with sustainable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It utilizes a Random Forest Classifier to process 7 key parameters: Nitrogen, Phosphorus, Potassium, Temperature, Humidity, pH, and Rainfall.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The system identifies the most suitable crop from 22 varieties (e.g., Rice, Maize, Chickpea) with &gt;99% accuracy.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A dedicated 'Carbon Footprint Calculator' quantifies emissions from fertilizers, fuel, and electricity in kgCO2e.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Developed using the MERN Stack (MongoDB, Express, React, Node.js) for the web interface and Python (Flask) for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"/>
            <a:ext cx="8229600" cy="6332220"/>
          </a:xfrm>
        </p:spPr>
        <p:txBody>
          <a:bodyPr wrap="square">
            <a:normAutofit lnSpcReduction="10000"/>
          </a:bodyPr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Agriculture has been the bedrock of civilization since the Neolithic Revolution, providing essential nutrients.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With the global population approaching 8 billion, food security is a paramount concern for all nations.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In India, agriculture is not just an industry but a critical source of employment and GDP contribution.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The 21st century faces an 'Unprecedented Conversion of Challenges': Climate Change and Land Degradation.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Rising global temperatures and extreme weather events (droughts/floods) make output unpredictable.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The 'Productivity Gap': India has large arable land but lower yield-per-hectare compared to global standards.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Farmers often lack access to timely, scientific data, relying instead on intuition or outdated family traditions.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Precision Agriculture (PA) aims to close this gap using IoT, ML, and GPS to manage soil variability.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This project empowers farmers to transition from 'Intuitive Farming' to 'Data-Driven Entrepreneurship'.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By recommending the 'Right Crop for the Right Soil', we aim to increase income and ensure ecological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4350"/>
            <a:ext cx="8229600" cy="6160770"/>
          </a:xfrm>
        </p:spPr>
        <p:txBody>
          <a:bodyPr wrap="square"/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Suboptimal Yields: Incorrect crop selection leads to yields far below the land's potential capacity.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Economic Waste: Significant financial resources (seeds, labor, fertilizers) are lost on failed crop cycles.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Cycle of Rural Debt: Smallholder farmers are vulnerable; a single failure can lead to long-term financial ruin.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Environmental Degradation: Over-application of chemical fertilizers causes soil acidification and water pollution.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Climate Insecurity: Shifts in climatic zones mean crops suitable 10 years ago may no longer be viable today.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Lack of Sustainability Awareness: Farmers cannot measure their Carbon Footprint, hindering 'Green Agriculture'.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The 'Digital Divide': Advanced research exists in labs but fails to reach the farmer in an accessible format.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Complexity of Existing Tools: Current solutions are often too technical or require expensive hardware sensors.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This project addresses these issues by creating a free, easy-to-use, and scientifically robust web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250"/>
            <a:ext cx="8229600" cy="6198870"/>
          </a:xfrm>
        </p:spPr>
        <p:txBody>
          <a:bodyPr wrap="square"/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1. High-Precision Prediction Engine: Develop a Random Forest model to categorize 22 crops with &gt;99% accuracy.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2. Environmental Quantification: Implement a Carbon Footprint Calculator to translate inputs into CO2 equivalents.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3. Universal Accessibility: Design a responsive User Interface (UI) using React.js that works on all devices.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4. Scalable Architecture: Use a Microservices approach (Node + Flask) to decouple heavy analytics from the UI.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5. Secure &amp; Robust: Implement JWT authentication and </a:t>
            </a:r>
            <a:r>
              <a:rPr dirty="0" err="1"/>
              <a:t>BCrypt</a:t>
            </a:r>
            <a:r>
              <a:rPr dirty="0"/>
              <a:t> hashing to protect user data and history.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6. Knowledge Transfer: Include an AI Chatbot ('Agri-Mitra') to answer queries on pests, timing, and care.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7. Economic Integration: Provide an 'Agri-Store' to link scientific advice with the purchase of correct inputs.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8. Digital History: Allow farmers to track their soil health and prediction history over multiple seasons.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9. Speed &amp; Efficiency: Ensure prediction results are generated in under 800ms for a real-time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5300"/>
            <a:ext cx="8229600" cy="6179820"/>
          </a:xfrm>
        </p:spPr>
        <p:txBody>
          <a:bodyPr wrap="square"/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S. </a:t>
            </a:r>
            <a:r>
              <a:rPr dirty="0" err="1"/>
              <a:t>Pudumalar</a:t>
            </a:r>
            <a:r>
              <a:rPr dirty="0"/>
              <a:t> et. al. (2021) [1]: Explored Ensemble Techniques; found Random Forest outperforms SVM/Naive Bayes with higher accuracy and less overfitting.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 err="1"/>
              <a:t>Monali</a:t>
            </a:r>
            <a:r>
              <a:rPr dirty="0"/>
              <a:t> Paul et. al. (2020) [2]: Analyzed Soil Behavior; highlighted the critical non-linear link between Soil pH and Nutrient Bioavailability.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N. </a:t>
            </a:r>
            <a:r>
              <a:rPr dirty="0" err="1"/>
              <a:t>Hemageetha</a:t>
            </a:r>
            <a:r>
              <a:rPr dirty="0"/>
              <a:t> et. al. (2022) [3]: IoT &amp; Smart Farming; demonstrated the value of real-time environmental data (Moisture/Temp) for predictions.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T. </a:t>
            </a:r>
            <a:r>
              <a:rPr dirty="0" err="1"/>
              <a:t>Nemecek</a:t>
            </a:r>
            <a:r>
              <a:rPr dirty="0"/>
              <a:t> et. al. (2021) [4]: Life Cycle Assessment (LCA); identified Nitrogenous fertilizers as the primary driver of agricultural greenhouse gases.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V. Srinivasan et. al. [5,6]: Advanced Clustering; established frameworks for handling noise and uncertainty in biological datasets.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Comparative Analysis Findings: Most existing apps are 'Static' (rule-based) or lack 'Sustainability'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Identified Gap: The need for a system that balances 'Productivity' (Yield) with 'Ecology' (Carbon Footprint).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Algorithmic Choice: Random Forest chosen over Neural Networks due to better performance on tabular agricultural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METHODOLOGY: 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2925"/>
            <a:ext cx="8229600" cy="6132195"/>
          </a:xfrm>
        </p:spPr>
        <p:txBody>
          <a:bodyPr wrap="square">
            <a:normAutofit lnSpcReduction="10000"/>
          </a:bodyPr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The project adopts the 'Spiral Model', ideal for iterative development, risk analysis, and evolving requirements.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Model Selection: Suitable for projects where user feedback must be integrated frequently (e.g., UI adjustments).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Phase 1 - Planning: Defined requirements, gathered 2200-record Kaggle dataset, finalized MERN stack.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Phase 2 - Risk Analysis: Identified potential risks like Model Bias, Latency, and Data Privacy; proposed mitigation strategies.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Phase 3 - Engineering: Implementation of the 4-tier architecture (Frontend, Backend, ML, Database).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Frontend: React.js components for Dashboard and Forms.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Backend: Node.js/Express Routes for API management.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ML Service: Python Flask app for Random Forest Inference.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Phase 4 - Evaluation: Testing against requirements (Unit, Integration, System) and User Acceptance Testing (UAT).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Iterative Refinement: Tuning Hyperparameters (</a:t>
            </a:r>
            <a:r>
              <a:rPr dirty="0" err="1"/>
              <a:t>n_estimators</a:t>
            </a:r>
            <a:r>
              <a:rPr dirty="0"/>
              <a:t>=100) and optimizing MongoDB schemas based on test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4850"/>
            <a:ext cx="8134350" cy="5970270"/>
          </a:xfrm>
        </p:spPr>
        <p:txBody>
          <a:bodyPr wrap="square">
            <a:noAutofit/>
          </a:bodyPr>
          <a:lstStyle/>
          <a:p>
            <a:endParaRPr sz="1400"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Design Philosophy: Priorities are Modularity, Extensibility, and Aesthetics (Flat Design).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Architectural Style: Distributed Microservices to allow independent scaling.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1. Presentation Layer (Frontend): React.js (v18) Single Page Application (SPA).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   - Uses </a:t>
            </a:r>
            <a:r>
              <a:rPr sz="1400" dirty="0" err="1"/>
              <a:t>Axios</a:t>
            </a:r>
            <a:r>
              <a:rPr sz="1400" dirty="0"/>
              <a:t> for asynchronous API calls.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   - Implements Chart.js for data visualization.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2. Application Layer (Backend): Node.js (v16) with Express.js.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   - Handles Routing, Middleware, and Auth logic.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   - Coordinates data between Client and Database.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3. Analytical Layer (ML Engine): Python (v3.9) with Flask.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   - Loads the 'pickle' model files.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   - Performs numerical computation using NumPy.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4. Data Layer (Persistence): MongoDB Atlas (Cloud NoSQL).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sz="1400" dirty="0"/>
              <a:t>   - Stores User Profiles, Logs, and Carbon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ALGORITHM: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65520"/>
          </a:xfrm>
        </p:spPr>
        <p:txBody>
          <a:bodyPr wrap="square"/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Core Engine: Random Forest Classifier, an ensemble learning method constructing multiple Decision Trees.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Why Random Forest?: 1. Handles High Dimensionality. 2. Robust to Outliers. 3. Reduces Variance (Overfitting).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Training Data: 2200 samples covering 22 crops (Rice, Maize, Cotton, Coffee, Jute, etc.).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features (7): N (Nitrogen), P (Phosphorus), K (Potassium), Temperature, Humidity, pH, Rainfall.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Mechanism: 'Bagging' (Bootstrap Aggregation). Each tree votes for a class; the majority vote wins.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Hyperparameters: </a:t>
            </a:r>
            <a:r>
              <a:rPr dirty="0" err="1"/>
              <a:t>n_estimators</a:t>
            </a:r>
            <a:r>
              <a:rPr dirty="0"/>
              <a:t>=100 (Number of trees), criterion='</a:t>
            </a:r>
            <a:r>
              <a:rPr dirty="0" err="1"/>
              <a:t>gini</a:t>
            </a:r>
            <a:r>
              <a:rPr dirty="0"/>
              <a:t>' (Impurity measure), </a:t>
            </a:r>
            <a:r>
              <a:rPr dirty="0" err="1"/>
              <a:t>random_state</a:t>
            </a:r>
            <a:r>
              <a:rPr dirty="0"/>
              <a:t>=42.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Preprocessing Pipeline: 1. </a:t>
            </a:r>
            <a:r>
              <a:rPr dirty="0" err="1"/>
              <a:t>MinMaxScaler</a:t>
            </a:r>
            <a:r>
              <a:rPr dirty="0"/>
              <a:t> (0-1) for N,P,K. 2. </a:t>
            </a:r>
            <a:r>
              <a:rPr dirty="0" err="1"/>
              <a:t>StandardScaler</a:t>
            </a:r>
            <a:r>
              <a:rPr dirty="0"/>
              <a:t> (Z-score) for Temp/Rain.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Model Persistence: Trained model is serialized using Python's 'Pickle' library for fast loading in Flask.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Performance: Accuracy &gt; 99.0% on Test Set; Precision/Recall/F1-Score consistently high across all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1: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500"/>
            <a:ext cx="8229600" cy="6103620"/>
          </a:xfrm>
        </p:spPr>
        <p:txBody>
          <a:bodyPr wrap="square"/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Goal: To provide a secure, personalized workspace for every farmer.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Registration: Captures Name, Email, Password. validation ensures unique email addresses.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Password Security: Uses '</a:t>
            </a:r>
            <a:r>
              <a:rPr dirty="0" err="1"/>
              <a:t>bcryptjs</a:t>
            </a:r>
            <a:r>
              <a:rPr dirty="0"/>
              <a:t>' to hash passwords with a 'Salt' (Cost factor 10) before DB storage.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Login Flow: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1. User enters credentials.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2. Backend verifies Hash.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3. Server signs a JWT (JSON Web Token).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Session Management: JWT is stored in client's </a:t>
            </a:r>
            <a:r>
              <a:rPr dirty="0" err="1"/>
              <a:t>LocalStorage</a:t>
            </a:r>
            <a:r>
              <a:rPr dirty="0"/>
              <a:t>. It is sent in the 'Authorization' header for requests.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Authorization: Middleware verifies the token signature on protected routes (e.g., /</a:t>
            </a:r>
            <a:r>
              <a:rPr dirty="0" err="1"/>
              <a:t>api</a:t>
            </a:r>
            <a:r>
              <a:rPr dirty="0"/>
              <a:t>/predict).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Error Handling: Provides clear feedback for 'Invalid Credentials', 'Server Error', or 'Network Timeout'.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UI Design: </a:t>
            </a:r>
            <a:r>
              <a:rPr dirty="0" err="1"/>
              <a:t>Glassmorphism</a:t>
            </a:r>
            <a:r>
              <a:rPr dirty="0"/>
              <a:t> effect on Login forms for a modern, premium aesthetic.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2: CROP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analyze soil/weather parameters and predict the optimal crop.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Input Form: User-friendly interface with validation for numeric ranges (e.g., pH 0-14).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Data Transmission: Inputs are packed into a JSON object and sent to the Node.js Relay.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Microservice Handoff: Node.js forwards the request to the Python Flask Service running on Port 5001.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Inference Steps: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Load Model/Scalers.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Transform Input Vector.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Model.predict().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4. Return Index.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Result Mapping: The predicted numeric index (0-21) is mapped to a String Name (e.g., 'Rice').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Feedback: The frontend displays the Result Name, a high-quality Image, and cultivation advice.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Latency: Optimized to return results in &lt; 800ms to ensure a 'Real-Time' feel.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3: CARBON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19125"/>
            <a:ext cx="8229600" cy="6055995"/>
          </a:xfrm>
        </p:spPr>
        <p:txBody>
          <a:bodyPr wrap="square"/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Goal: To promote 'Sustainability by Design' and Net-Zero Agriculture.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Concept: Translates farming activities into Global Warming Potential (GWP) - kgCO2e.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Input Factors: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1. Fertilizer (Urea - 1.6 kgCO2/kg).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2. Fuel (Diesel - 2.68 kgCO2/L).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3. Electricity (Grid).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Calculation Logic: Sum(</a:t>
            </a:r>
            <a:r>
              <a:rPr dirty="0" err="1"/>
              <a:t>Input_Quantity</a:t>
            </a:r>
            <a:r>
              <a:rPr dirty="0"/>
              <a:t> * </a:t>
            </a:r>
            <a:r>
              <a:rPr dirty="0" err="1"/>
              <a:t>Emission_Factor</a:t>
            </a:r>
            <a:r>
              <a:rPr dirty="0"/>
              <a:t>) for all inputs.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Standards: Emission factors are derived from IPCC (Intergovernmental Panel on Climate Change) guidelines.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Visualization: Uses 'Chart.js' to render dynamic Pie Charts showing the breakdown of emissions.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Interpretation: Color-coded results (Green/Yellow/Red) indicate if the footprint is Eco-friendly or High.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Actionable Insight: Helps farmers realize that optimizing fertilizer use saves money AND the planet.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4 &amp; 5: STORE &amp;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Agri-Store (E-Commerce): Integrated marketplace to 'Close the Loop' between advice and action.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Function: diverse listing of Seeds, Organic Fertilizers, and Farming Tools.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Logic: Displays products relevant to the predicted crop (e.g., Rice seeds after Rice prediction).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Benefit: Prevents purchase of unverified/wrong inputs; supports local economy.</a:t>
            </a:r>
            <a:endParaRPr lang="en-US"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Agri-Mitra (Chatbot): AI-powered conversational assistant for 24/7 support.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NLP Logic: Keyword mapping and basic Natural Language Processing to understand queries.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capabilities: Answers questions on Pest Control, Sowing Timing, Irrigation, and Harvesting.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Accessibility: Provides text-based support for farmers who prefer chatting over searching.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Psych-Social: Reduces isolation by providing an 'Expert in the Pocket' feeling.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SOFTWARE TESTING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Methodology: Agile Testing integrated into every sprint of the development lifecycle.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1. Unit Testing (Jest): Verified individual functions like Token Generation, Input Validation, and JSON Parsing.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2. Integration Testing: Verified communication links (React-&gt;Node, Node-&gt;Flask,</a:t>
            </a:r>
            <a:endParaRPr lang="en-US" dirty="0"/>
          </a:p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  <a:defRPr sz="1400">
                <a:latin typeface="Arial"/>
              </a:defRPr>
            </a:pPr>
            <a:r>
              <a:rPr lang="en-IN" dirty="0"/>
              <a:t>                                    </a:t>
            </a:r>
            <a:r>
              <a:rPr dirty="0"/>
              <a:t>Node</a:t>
            </a:r>
            <a:r>
              <a:rPr lang="en-US" dirty="0"/>
              <a:t>-&gt;</a:t>
            </a:r>
            <a:r>
              <a:rPr dirty="0"/>
              <a:t>MongoDB).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3. System Testing (Black Box): Validated full workflows (Login -&gt; Prediction -&gt; History -&gt; Logout).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Performance Testing (JMeter): 100 concurrent users. Avg Latency: 142ms. Max RAM: 450MB.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Security Testing: Validated protection against SQL Injection (via Mongoose) and XSS (via React Escaping).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Browser Compatibility: Verified on Chrome, Firefox, Safari, and Mobile Browsers (Responsive).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RESULTS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System Stability: Achieved Zero-Downtime deployment during stress testing phases.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Interface: Mobile-First design successfully renders on devices ranging from 320px to 4k resolution.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Accuracy: Consistently correctly classified complex test cases (e.g., distinguishing between Coffee and Tea params).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Sustainability Impact: The Carbon Calculator provided actionable insights in 100% of test scenarios.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Response Time: 95th Percentile latency was under 1.2 seconds, meeting rural connectivity requirements.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Feedback: UAT participants rated the application 4.5/5 for 'Ease of Use' and 'Clarity of Information'.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Conclusion: The project successfully merges advanced ML with accessible Web Tech for Agriculture.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Achieved &gt;99% Accuracy in forecasting; integrated novel Carbon Footprint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Created a robust, scalable Microservices architecture (MERN + Flask).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Empowered farmers with data-driven decision-making tools, reducing risk and debt.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Future Scope 1: IoT Integration - Use LoRaWAN soil sensors to automate data collection (No manual entry).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Future Scope 2: Computer Vision - Use CNNs on Smartphone cameras to detect crop diseases from leaf images.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Future Scope 3: Satellite Imagery - Integrate Sentinel-2 data for regional soil health monitoring.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Future Scope 4: Localization - Translate UI into regional languages (Hindi, Kannada, Tamil, Telugu).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Future Scope 5: Blockchain - Use a distributed ledger to certify 'Organic' produce for higher market value.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Strategic Roadmap: Pilot in 10 villages -&gt; Regional Partnership -&gt; National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2533</Words>
  <Application>Microsoft Office PowerPoint</Application>
  <PresentationFormat>On-screen Show (4:3)</PresentationFormat>
  <Paragraphs>184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CROP RECOMMENDATION SYSTEM</vt:lpstr>
      <vt:lpstr>ABSTRACT</vt:lpstr>
      <vt:lpstr>INTRODUCTION</vt:lpstr>
      <vt:lpstr>PROBLEM STATEMENT</vt:lpstr>
      <vt:lpstr>PROJECT OBJECTIVES</vt:lpstr>
      <vt:lpstr>LITERATURE SURVEY</vt:lpstr>
      <vt:lpstr>METHODOLOGY: SPIRAL MODEL</vt:lpstr>
      <vt:lpstr>SYSTEM ARCHITECTURE</vt:lpstr>
      <vt:lpstr>ALGORITHM: RANDOM FOREST</vt:lpstr>
      <vt:lpstr>MODULE 1: AUTHENTICATION</vt:lpstr>
      <vt:lpstr>MODULE 2: CROP RECOMMENDATION</vt:lpstr>
      <vt:lpstr>MODULE 3: CARBON FOOTPRINT</vt:lpstr>
      <vt:lpstr>MODULE 4 &amp; 5: STORE &amp; CHATBOT</vt:lpstr>
      <vt:lpstr>SOFTWARE TESTING &amp; QA</vt:lpstr>
      <vt:lpstr>RESULTS AND OUTCOMES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RECOMMENDATION SYSTEM</dc:title>
  <dc:subject/>
  <dc:creator/>
  <cp:keywords/>
  <dc:description>generated using python-pptx</dc:description>
  <cp:lastModifiedBy>Pranav Hegde</cp:lastModifiedBy>
  <cp:revision>2</cp:revision>
  <dcterms:created xsi:type="dcterms:W3CDTF">2013-01-27T09:14:16Z</dcterms:created>
  <dcterms:modified xsi:type="dcterms:W3CDTF">2026-01-10T07:24:20Z</dcterms:modified>
  <cp:category/>
</cp:coreProperties>
</file>