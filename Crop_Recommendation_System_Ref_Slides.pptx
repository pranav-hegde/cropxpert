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/>
            </a:pPr>
            <a:r>
              <a:t>CROP RECOMMENDATION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Pranav Ramachandra Hegde</a:t>
            </a:r>
          </a:p>
          <a:p>
            <a:pPr>
              <a:defRPr sz="1800"/>
            </a:pPr>
            <a:r>
              <a:t>1DS24MCA001</a:t>
            </a:r>
          </a:p>
          <a:p>
            <a:pPr>
              <a:defRPr sz="1800"/>
            </a:pPr>
            <a:r>
              <a:t>Department of MCA</a:t>
            </a:r>
          </a:p>
          <a:p>
            <a:pPr>
              <a:defRPr sz="1800"/>
            </a:pPr>
            <a:r>
              <a:t>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6576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/>
            </a:pPr>
            <a:r>
              <a:t>Dr. V. Srinivasan</a:t>
            </a:r>
          </a:p>
          <a:p>
            <a:pPr algn="r">
              <a:defRPr sz="1800"/>
            </a:pPr>
            <a:r>
              <a:t>Associate Professor</a:t>
            </a:r>
          </a:p>
          <a:p>
            <a:pPr algn="r">
              <a:defRPr sz="1800"/>
            </a:pPr>
            <a:r>
              <a:t>Dept of MCA</a:t>
            </a:r>
          </a:p>
          <a:p>
            <a:pPr algn="r">
              <a:defRPr sz="1800"/>
            </a:pPr>
            <a:r>
              <a:t>DSCE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Agriculture remains the most significant sector of the global economy, particularly in developing nations.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It serves as the primary livelihood for ~58% of the Indian population and constitutes the backbone of the economy.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sector is currently vulnerable to fluctuating climatic conditions, declining soil productivity, and erratic monsoons.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Traditional practices often fail to optimize crop selection, leading to 'What to plant?' becoming a risky gamble.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This project presents a 'Crop Recommendation System' that integrates Machine Learning with sustainable metrics.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It utilizes a Random Forest Classifier to process 7 key parameters: Nitrogen, Phosphorus, Potassium, Temperature, Humidity, pH, and Rainfall.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system identifies the most suitable crop from 22 varieties (e.g., Rice, Maize, Chickpea) with &gt;99% accuracy.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 dedicated 'Carbon Footprint Calculator' quantifies emissions from fertilizers, fuel, and electricity in kgCO2e.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Developed using the MERN Stack (MongoDB, Express, React, Node.js) for the web interface and Python (Flask) for analytics.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architecture is microservices-based, ensuring scalability, maintainability, and high performance.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Bridging the 'Digital Divide' by providing accessible, scientific tools to rural farmers for precision agriculture.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Agriculture has been the bedrock of civilization since the Neolithic Revolution, providing essential nutrients.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With the global population approaching 8 billion, food security is a paramount concern for all nations.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In India, agriculture is not just an industry but a critical source of employment and GDP contribution.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21st century faces an 'Unprecedented Conversion of Challenges': Climate Change and Land Degradation.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Rising global temperatures and extreme weather events (droughts/floods) make output unpredictable.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'Productivity Gap': India has large arable land but lower yield-per-hectare compared to global standards.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Farmers often lack access to timely, scientific data, relying instead on intuition or outdated family traditions.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Precision Agriculture (PA) aims to close this gap using IoT, ML, and GPS to manage soil variability.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This project empowers farmers to transition from 'Intuitive Farming' to 'Data-Driven Entrepreneurship'.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By recommending the 'Right Crop for the Right Soil', we aim to increase income and ensure ecological balance.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Suboptimal Yields: Incorrect crop selection leads to yields far below the land's potential capacity.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Economic Waste: Significant financial resources (seeds, labor, fertilizers) are lost on failed crop cycles.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Cycle of Rural Debt: Smallholder farmers are vulnerable; a single failure can lead to long-term financial ruin.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Environmental Degradation: Over-application of chemical fertilizers causes soil acidification and water pollution.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Climate Insecurity: Shifts in climatic zones mean crops suitable 10 years ago may no longer be viable today.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Lack of Sustainability Awareness: Farmers cannot measure their Carbon Footprint, hindering 'Green Agriculture'.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'Digital Divide': Advanced research exists in labs but fails to reach the farmer in an accessible format.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Complexity of Existing Tools: Current solutions are often too technical or require expensive hardware sensors.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This project addresses these issues by creating a free, easy-to-use, and scientifically robust web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1. High-Precision Prediction Engine: Develop a Random Forest model to categorize 22 crops with &gt;99% accuracy.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2. Environmental Quantification: Implement a Carbon Footprint Calculator to translate inputs into CO2 equivalents.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3. Universal Accessibility: Design a responsive User Interface (UI) using React.js that works on all devices.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4. Scalable Architecture: Use a Microservices approach (Node + Flask) to decouple heavy analytics from the UI.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5. Secure &amp; Robust: Implement JWT authentication and BCrypt hashing to protect user data and history.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6. Knowledge Transfer: Include an AI Chatbot ('Agri-Mitra') to answer queries on pests, timing, and care.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7. Economic Integration: Provide an 'Agri-Store' to link scientific advice with the purchase of correct inputs.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8. Digital History: Allow farmers to track their soil health and prediction history over multiple seasons.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9. Speed &amp; Efficiency: Ensure prediction results are generated in under 800ms for a real-time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S. Pudumalar et. al. (2021) [1]: Explored Ensemble Techniques; found Random Forest outperforms SVM/Naive Bayes with higher accuracy and less overfitting.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Monali Paul et. al. (2020) [2]: Analyzed Soil Behavior; highlighted the critical non-linear link between Soil pH and Nutrient Bioavailability.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N. Hemageetha et. al. (2022) [3]: IoT &amp; Smart Farming; demonstrated the value of real-time environmental data (Moisture/Temp) for predictions.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T. Nemecek et. al. (2021) [4]: Life Cycle Assessment (LCA); identified Nitrogenous fertilizers as the primary driver of agricultural greenhouse gases.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V. Srinivasan et. al. [5,6]: Advanced Clustering; established frameworks for handling noise and uncertainty in biological datasets.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Comparative Analysis Findings: Most existing apps are 'Static' (rule-based) or lack 'Sustainability' metrics.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Identified Gap: The need for a system that balances 'Productivity' (Yield) with 'Ecology' (Carbon Footprint).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Algorithmic Choice: Random Forest chosen over Neural Networks due to better performance on tabular agricultural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METHODOLOGY: SPIRAL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project adopts the 'Spiral Model', ideal for iterative development, risk analysis, and evolving requirements.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Model Selection: Suitable for projects where user feedback must be integrated frequently (e.g., UI adjustments).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Phase 1 - Planning: Defined requirements, gathered 2200-record Kaggle dataset, finalized MERN stack.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Phase 2 - Risk Analysis: Identified potential risks like Model Bias, Latency, and Data Privacy; proposed mitigation strategies.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Phase 3 - Engineering: Implementation of the 4-tier architecture (Frontend, Backend, ML, Database).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Frontend: React.js components for Dashboard and Forms.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Backend: Node.js/Express Routes for API management.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ML Service: Python Flask app for Random Forest Inference.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Phase 4 - Evaluation: Testing against requirements (Unit, Integration, System) and User Acceptance Testing (UAT).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Iterative Refinement: Tuning Hyperparameters (n_estimators=100) and optimizing MongoDB schemas based on test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50292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Design Philosophy: Priorities are Modularity, Extensibility, and Aesthetics (Flat Design).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Architectural Style: Distributed Microservices to allow independent scaling.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1. Presentation Layer (Frontend): React.js (v18) SPA.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Uses Axios for asynchronous API calls.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2. Application Layer (Backend): Node.js (v16) with Express.js.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Handles Routing, Middleware, and Auth logic.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3. Analytical Layer (ML Engine): Python (v3.9) with Flask.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Loads the 'pickle' model files.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4. Data Layer (Persistence): MongoDB Atlas (Cloud NoSQL).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Stores User Profiles, Logs, and Carbon Reports.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Data Flow: User Input -&gt; React -&gt; Node API -&gt; Flask API -&gt; Model -&gt; Prediction -&gt; Node -&gt; React -&gt; User.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Security Layers: SSL/TLS for transit, BCrypt for passwords, JWT for sessions.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ALGORITHM: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Core Engine: Random Forest Classifier, an ensemble learning method constructing multiple Decision Trees.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Why Random Forest?: 1. Handles High Dimensionality. 2. Robust to Outliers. 3. Reduces Variance (Overfitting).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Training Data: 2200 samples covering 22 crops (Rice, Maize, Cotton, Coffee, Jute, etc.).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features (7): N (Nitrogen), P (Phosphorus), K (Potassium), Temperature, Humidity, pH, Rainfall.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Mechanism: 'Bagging' (Bootstrap Aggregation). Each tree votes for a class; the majority vote wins.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Hyperparameters: n_estimators=100 (Number of trees), criterion='gini' (Impurity measure), random_state=42.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Preprocessing Pipeline: 1. MinMaxScaler (0-1) for N,P,K. 2. StandardScaler (Z-score) for Temp/Rain.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Model Persistence: Trained model is serialized using Python's 'Pickle' library for fast loading in Flask.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Performance: Accuracy &gt; 99.0% on Test Set; Precision/Recall/F1-Score consistently high across all classes.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MODULE 1: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Goal: To provide a secure, personalized workspace for every farmer.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Registration: Captures Name, Email, Password. validation ensures unique email addresses.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Password Security: Uses 'bcryptjs' to hash passwords with a 'Salt' (Cost factor 10) before DB storage.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Login Flow: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1. User enters credentials.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2. Backend verifies Hash.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3. Server signs a JWT (JSON Web Token).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Session Management: JWT is stored in client's LocalStorage. It is sent in the 'Authorization' header for requests.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Authorization: Middleware verifies the token signature on protected routes (e.g., /api/predict).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Error Handling: Provides clear feedback for 'Invalid Credentials', 'Server Error', or 'Network Timeout'.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UI Design: Glassmorphism effect on Login forms for a modern, premium aesthetic.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MODULE 2: CROP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Goal: To analyze soil/weather parameters and predict the optimal crop.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Input Form: User-friendly interface with validation for numeric ranges (e.g., pH 0-14).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Data Transmission: Inputs are packed into a JSON object and sent to the Node.js Relay.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Microservice Handoff: Node.js forwards the request to the Python Flask Service running on Port 5001.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Inference Steps: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1. Load Model/Scalers.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2. Transform Input Vector.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3. Model.predict().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4. Return Index.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Result Mapping: The predicted numeric index (0-21) is mapped to a String Name (e.g., 'Rice').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Feedback: The frontend displays the Result Name, a high-quality Image, and cultivation advice.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Latency: Optimized to return results in &lt; 800ms to ensure a 'Real-Time' feel.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MODULE 3: CARBON FOOTPRINT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Goal: To promote 'Sustainability by Design' and Net-Zero Agriculture.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Concept: Translates farming activities into Global Warming Potential (GWP) - kgCO2e.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Input Factors: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1. Fertilizer (Urea - 1.6 kgCO2/kg).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2. Fuel (Diesel - 2.68 kgCO2/L).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3. Electricity (Grid).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Calculation Logic: Sum(Input_Quantity * Emission_Factor) for all inputs.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Standards: Emission factors are derived from IPCC (Intergovernmental Panel on Climate Change) guidelines.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Visualization: Uses 'Chart.js' to render dynamic Pie Charts showing the breakdown of emissions.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Interpretation: Color-coded results (Green/Yellow/Red) indicate if the footprint is Eco-friendly or High.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Actionable Insight: Helps farmers realize that optimizing fertilizer use saves money AND the planet.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MODULE 4 &amp; 5: STORE &amp;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Agri-Store (E-Commerce): Integrated marketplace to 'Close the Loop' between advice and action.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Function: diverse listing of Seeds, Organic Fertilizers, and Farming Tools.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Logic: Displays products relevant to the predicted crop (e.g., Rice seeds after Rice prediction).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Benefit: Prevents purchase of unverified/wrong inputs; supports local economy.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Agri-Mitra (Chatbot): AI-powered conversational assistant for 24/7 support.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NLP Logic: Keyword mapping and basic Natural Language Processing to understand queries.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capabilities: Answers questions on Pest Control, Sowing Timing, Irrigation, and Harvesting.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Accessibility: Provides text-based support for farmers who prefer chatting over searching.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Psych-Social: Reduces isolation by providing an 'Expert in the Pocket' feeling.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SOFTWARE TESTING &amp; 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Methodology: Agile Testing integrated into every sprint of the development lifecycle.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1. Unit Testing (Jest): Verified individual functions like Token Generation, Input Validation, and JSON Parsing.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2. Integration Testing: Verified communication links (React-&gt;Node, Node-&gt;Flask, Node-&gt;MongoDB).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3. System Testing (Black Box): Validated full workflows (Login -&gt; Prediction -&gt; History -&gt; Logout).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Test Cases (Sample):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TC01: Standard Login (Pass). | TC02: Invalid Password (Pass). | TC03: Rice Inputs (Pass).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TC04: Negative Values (Pass - Blocked). | TC05: Carbon Calc Logic (Pass).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Performance Testing (JMeter): 100 concurrent users. Avg Latency: 142ms. Max RAM: 450MB.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Security Testing: Validated protection against SQL Injection (via Mongoose) and XSS (via React Escaping).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Browser Compatibility: Verified on Chrome, Firefox, Safari, and Mobile Browsers (Responsive).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RESULTS AND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System Stability: Achieved Zero-Downtime deployment during stress testing phases.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User Interface: Mobile-First design successfully renders on devices ranging from 320px to 4k resolution.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Model Accuracy: Consistently correctly classified complex test cases (e.g., distinguishing between Coffee and Tea params).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Sustainability Impact: The Carbon Calculator provided actionable insights in 100% of test scenarios.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Response Time: 95th Percentile latency was under 1.2 seconds, meeting rural connectivity requirements.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User Feedback: UAT participants rated the application 4.5/5 for 'Ease of Use' and 'Clarity of Information'.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Successful Integration: Merged Machine Learning (Random Forest) with Web Technologies (MERN Stack) for a robust solution.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High Accuracy: Achieved &gt;99% classification accuracy on the test dataset, validating the algorithmic approach.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Sustainability Milestone: First-of-its-kind integration of Carbon Footprint calculations in a recommendation system.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Architectural Robustness: Validated the reliability and scalability of the Microservices architecture (Node.js + Flask).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User Empowerment: Provided a tool that replaces intuition with data-driven facts, reducing agricultural risk.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Economic Impact: Potential to significantly reduce input costs (fertilizers) and avoid crop failure losses.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Accessibility: Mobile-first design ensures usability in remote rural areas with basic internet connectivity.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Scalability: The system successfully handled 100 concurrent users during stress testing without latency degradation.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Social Good: Directly contributes to UN Sustainable Development Goals (SDG 2: Zero Hunger, SDG 13: Climate Action).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Final Verdict: The system is a production-ready prototype capable of transforming local agriculture.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IoT Sensor Integration: Deploying LoRaWAN soil kits for automated N-P-K data collection to remove manual entry.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Computer Vision Diagnostics: Using CNNs to detect diseases from leaf images via smartphone cameras.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Satellite Monitoring: Integrating Sentinel-2/Landsat multispectral data for regional soil health mapping.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Language Localization: Translating the UI into 12 Indian regional languages (Hindi, Kannada, Tamil, etc.).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Blockchain Certification: Implementing a distributed ledger for tracking 'Organic' produce to boost farmer income.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Government API Linkage: Connecting with the Soil Health Card (SHC) scheme for seamless data import.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Offline Capability: Developing a native Android App with local model inference (TensorFlow Lite).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Marketplace Expansion: Partnering with FPOs (Farmer Producer Organizations) for the Agri-Store logistics.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Drone Technology: Integration for aerial spraying of fertilizers based on model recommendations.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Global Adaptation: Retraining models on African and Southeast Asian soil datasets for international export.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1. S. Pudumalar et. al. (2021). 'Crop Recommendation System using Ensemble Techniques'.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2. Monali Paul et. al. (2020). 'Analysis of Soil Behavior and Nutrient Bioavailability'.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3. N. Hemageetha et. al. (2022). 'IoT &amp; Smart Farming with Real-time Data'.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4. T. Nemecek et. al. (2021). 'Life Cycle Assessment of Agricultural Greenhouse Gases'.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5. React.js Official Documentation - https://reactjs.org/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6. Scikit-learn Machine Learning Library - https://scikit-learn.org/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7. Flask Web Framework Documentation - https://flask.palletsprojects.com/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8. MongoDB Database Documentation - https://www.mongodb.com/docs/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9. IPCC Guidelines for National Greenhouse Gas Inventories (2019).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